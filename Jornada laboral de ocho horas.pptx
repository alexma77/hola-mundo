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46448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4272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32398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2585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0203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99283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6084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10010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04318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557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06793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2792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57253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33591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84211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925328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7898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404F6-4DEE-477B-965F-9953DC5A3621}" type="datetimeFigureOut">
              <a:rPr lang="es-EC" smtClean="0"/>
              <a:t>12/6/2024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80941-282A-42F3-A85B-43E9BD11C7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886483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7629DE-DEB0-4262-B1A7-F39999C940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Jornada laboral de </a:t>
            </a:r>
            <a:r>
              <a:rPr lang="pt-BR" dirty="0" err="1"/>
              <a:t>ocho</a:t>
            </a:r>
            <a:r>
              <a:rPr lang="pt-BR" dirty="0"/>
              <a:t> horas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358843-1516-49FC-BBAF-F95FBB4AE4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/>
              <a:t>Uno de los mayores logros del movimiento obrero ha sido la reducción de la jornada laboral a ocho horas diarias. Esta lucha, que tuvo lugar durante el siglo XIX y principios del XX, culminó en la implementación de leyes que regularon el tiempo de trabajo, mejorando significativamente la calidad de vida de los trabajadores.</a:t>
            </a: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9C3ADB-9804-41BE-8330-C3F97BAE8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212" y="0"/>
            <a:ext cx="3452813" cy="249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40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A4EF8-2C07-4128-9E22-3B2243BC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Salario mínimo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18D11-D846-4BBD-A267-A993C6D6B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El establecimiento de un salario mínimo es otro logro fundamental del movimiento obrero. Esta medida asegura que los trabajadores reciban una compensación justa por su trabajo, protegiéndolos de la explotación laboral y garantizando un nivel de vida digno.</a:t>
            </a:r>
            <a:endParaRPr lang="es-EC" dirty="0"/>
          </a:p>
        </p:txBody>
      </p:sp>
      <p:pic>
        <p:nvPicPr>
          <p:cNvPr id="1026" name="Picture 2" descr="La hora extraordinaria sube a 3,75 dólares con el alza salarial en 2023:  vacaciones, décimos y jornada nocturna también se incrementan en Ecuador |  Informes | Noticias | El Universo">
            <a:extLst>
              <a:ext uri="{FF2B5EF4-FFF2-40B4-BE49-F238E27FC236}">
                <a16:creationId xmlns:a16="http://schemas.microsoft.com/office/drawing/2014/main" id="{4A4278E8-1D82-4E7A-A67A-8FC091870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5" y="4116387"/>
            <a:ext cx="3905250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90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8ACAA-F1A1-4DF6-8D2D-DA2DE138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Condiciones de trabajo seguras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472FC7-0C60-4D6F-8669-DAF848675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/>
              <a:t>El movimiento obrero ha sido crucial en la implementación de normativas que aseguran condiciones de trabajo seguras y saludables. Gracias a estas iniciativas, se han reducido significativamente los accidentes laborales y se han establecido estándares para la seguridad en el trabajo.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847460-C17A-4FDB-BFC6-CFDF04373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37849" y="3832811"/>
            <a:ext cx="45719" cy="187253"/>
          </a:xfrm>
        </p:spPr>
        <p:txBody>
          <a:bodyPr>
            <a:normAutofit fontScale="47500" lnSpcReduction="20000"/>
          </a:bodyPr>
          <a:lstStyle/>
          <a:p>
            <a:endParaRPr lang="es-EC" dirty="0"/>
          </a:p>
        </p:txBody>
      </p:sp>
      <p:pic>
        <p:nvPicPr>
          <p:cNvPr id="2050" name="Picture 2" descr="Actuemos juntos para conseguir un entorno de trabajo seguro y saludable">
            <a:extLst>
              <a:ext uri="{FF2B5EF4-FFF2-40B4-BE49-F238E27FC236}">
                <a16:creationId xmlns:a16="http://schemas.microsoft.com/office/drawing/2014/main" id="{A7C829B5-5340-4306-A6C2-EF896075F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08" y="2315396"/>
            <a:ext cx="4439404" cy="317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345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D61FE-B4E8-4DA8-A47B-54BA3CFAD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Derecho a la huelga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255942-5D78-4225-BFE7-9F5D80EBE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/>
              <a:t>El derecho a la huelga es uno de los logros más importantes del movimiento obrero. Esta herramienta permite a los trabajadores suspender sus actividades laborales para exigir mejores condiciones de trabajo, salarios justos y otros derechos laborales, sin temor a represalias.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83122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3E736-F56F-412C-8A7F-483663DF2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Seguridad social y prestaciones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798628-3D04-4EBF-8994-5B238510B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/>
              <a:t>El movimiento obrero ha sido fundamental en la creación de sistemas de seguridad social que proporcionan prestaciones como pensiones, seguros de desempleo y asistencia sanitaria. Estos beneficios ofrecen una red de protección para los trabajadores y sus familias en momentos de necesidad.</a:t>
            </a:r>
            <a:endParaRPr lang="es-EC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DB42A20-119A-4F79-B089-FBDFBCF7E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8045" y="2483294"/>
            <a:ext cx="3790078" cy="2044461"/>
          </a:xfrm>
        </p:spPr>
        <p:txBody>
          <a:bodyPr/>
          <a:lstStyle/>
          <a:p>
            <a:endParaRPr lang="es-EC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0F186C7-324E-476B-98DE-A621DD6F7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21" y="2336872"/>
            <a:ext cx="4060900" cy="268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445456"/>
      </p:ext>
    </p:extLst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í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í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í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TM04033917[[fn=Berlín]]</Template>
  <TotalTime>7</TotalTime>
  <Words>253</Words>
  <Application>Microsoft Office PowerPoint</Application>
  <PresentationFormat>Panorámica</PresentationFormat>
  <Paragraphs>10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Trebuchet MS</vt:lpstr>
      <vt:lpstr>Berlín</vt:lpstr>
      <vt:lpstr>Jornada laboral de ocho horas</vt:lpstr>
      <vt:lpstr>Salario mínimo</vt:lpstr>
      <vt:lpstr>Condiciones de trabajo seguras</vt:lpstr>
      <vt:lpstr>Derecho a la huelga</vt:lpstr>
      <vt:lpstr>Seguridad social y prestaciones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Jornada laboral de ocho horas</dc:title>
  <dc:creator>HP</dc:creator>
  <cp:lastModifiedBy>HP</cp:lastModifiedBy>
  <cp:revision>1</cp:revision>
  <dcterms:created xsi:type="dcterms:W3CDTF">2024-06-12T23:48:45Z</dcterms:created>
  <dcterms:modified xsi:type="dcterms:W3CDTF">2024-06-12T23:55:49Z</dcterms:modified>
</cp:coreProperties>
</file>