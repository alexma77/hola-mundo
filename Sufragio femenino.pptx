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6"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83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63663FD2-9413-4429-BAA8-2A2E8C5FE343}" type="datetimeFigureOut">
              <a:rPr lang="es-EC" smtClean="0"/>
              <a:t>12/6/2024</a:t>
            </a:fld>
            <a:endParaRPr lang="es-EC"/>
          </a:p>
        </p:txBody>
      </p:sp>
      <p:sp>
        <p:nvSpPr>
          <p:cNvPr id="5" name="Footer Placeholder 4"/>
          <p:cNvSpPr>
            <a:spLocks noGrp="1"/>
          </p:cNvSpPr>
          <p:nvPr>
            <p:ph type="ftr" sz="quarter" idx="11"/>
          </p:nvPr>
        </p:nvSpPr>
        <p:spPr/>
        <p:txBody>
          <a:bodyPr/>
          <a:lstStyle/>
          <a:p>
            <a:endParaRPr lang="es-EC"/>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0F18EC1-F597-4824-B4DB-22CB13116820}" type="slidenum">
              <a:rPr lang="es-EC" smtClean="0"/>
              <a:t>‹Nº›</a:t>
            </a:fld>
            <a:endParaRPr lang="es-EC"/>
          </a:p>
        </p:txBody>
      </p:sp>
    </p:spTree>
    <p:extLst>
      <p:ext uri="{BB962C8B-B14F-4D97-AF65-F5344CB8AC3E}">
        <p14:creationId xmlns:p14="http://schemas.microsoft.com/office/powerpoint/2010/main" val="26197134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3663FD2-9413-4429-BAA8-2A2E8C5FE343}" type="datetimeFigureOut">
              <a:rPr lang="es-EC" smtClean="0"/>
              <a:t>12/6/2024</a:t>
            </a:fld>
            <a:endParaRPr lang="es-EC"/>
          </a:p>
        </p:txBody>
      </p:sp>
      <p:sp>
        <p:nvSpPr>
          <p:cNvPr id="5" name="Footer Placeholder 4"/>
          <p:cNvSpPr>
            <a:spLocks noGrp="1"/>
          </p:cNvSpPr>
          <p:nvPr>
            <p:ph type="ftr" sz="quarter" idx="11"/>
          </p:nvPr>
        </p:nvSpPr>
        <p:spPr/>
        <p:txBody>
          <a:bodyPr/>
          <a:lstStyle/>
          <a:p>
            <a:endParaRPr lang="es-EC"/>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0F18EC1-F597-4824-B4DB-22CB13116820}" type="slidenum">
              <a:rPr lang="es-EC" smtClean="0"/>
              <a:t>‹Nº›</a:t>
            </a:fld>
            <a:endParaRPr lang="es-EC"/>
          </a:p>
        </p:txBody>
      </p:sp>
    </p:spTree>
    <p:extLst>
      <p:ext uri="{BB962C8B-B14F-4D97-AF65-F5344CB8AC3E}">
        <p14:creationId xmlns:p14="http://schemas.microsoft.com/office/powerpoint/2010/main" val="630797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63663FD2-9413-4429-BAA8-2A2E8C5FE343}" type="datetimeFigureOut">
              <a:rPr lang="es-EC" smtClean="0"/>
              <a:t>12/6/2024</a:t>
            </a:fld>
            <a:endParaRPr lang="es-EC"/>
          </a:p>
        </p:txBody>
      </p:sp>
      <p:sp>
        <p:nvSpPr>
          <p:cNvPr id="5" name="Footer Placeholder 4"/>
          <p:cNvSpPr>
            <a:spLocks noGrp="1"/>
          </p:cNvSpPr>
          <p:nvPr>
            <p:ph type="ftr" sz="quarter" idx="11"/>
          </p:nvPr>
        </p:nvSpPr>
        <p:spPr/>
        <p:txBody>
          <a:bodyPr/>
          <a:lstStyle/>
          <a:p>
            <a:endParaRPr lang="es-EC"/>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0F18EC1-F597-4824-B4DB-22CB13116820}" type="slidenum">
              <a:rPr lang="es-EC" smtClean="0"/>
              <a:t>‹Nº›</a:t>
            </a:fld>
            <a:endParaRPr lang="es-EC"/>
          </a:p>
        </p:txBody>
      </p:sp>
    </p:spTree>
    <p:extLst>
      <p:ext uri="{BB962C8B-B14F-4D97-AF65-F5344CB8AC3E}">
        <p14:creationId xmlns:p14="http://schemas.microsoft.com/office/powerpoint/2010/main" val="1512257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3663FD2-9413-4429-BAA8-2A2E8C5FE343}" type="datetimeFigureOut">
              <a:rPr lang="es-EC" smtClean="0"/>
              <a:t>12/6/2024</a:t>
            </a:fld>
            <a:endParaRPr lang="es-EC"/>
          </a:p>
        </p:txBody>
      </p:sp>
      <p:sp>
        <p:nvSpPr>
          <p:cNvPr id="6" name="Footer Placeholder 5"/>
          <p:cNvSpPr>
            <a:spLocks noGrp="1"/>
          </p:cNvSpPr>
          <p:nvPr>
            <p:ph type="ftr" sz="quarter" idx="11"/>
          </p:nvPr>
        </p:nvSpPr>
        <p:spPr/>
        <p:txBody>
          <a:bodyPr/>
          <a:lstStyle/>
          <a:p>
            <a:endParaRPr lang="es-EC"/>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0F18EC1-F597-4824-B4DB-22CB13116820}" type="slidenum">
              <a:rPr lang="es-EC" smtClean="0"/>
              <a:t>‹Nº›</a:t>
            </a:fld>
            <a:endParaRPr lang="es-EC"/>
          </a:p>
        </p:txBody>
      </p:sp>
    </p:spTree>
    <p:extLst>
      <p:ext uri="{BB962C8B-B14F-4D97-AF65-F5344CB8AC3E}">
        <p14:creationId xmlns:p14="http://schemas.microsoft.com/office/powerpoint/2010/main" val="8100275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63663FD2-9413-4429-BAA8-2A2E8C5FE343}" type="datetimeFigureOut">
              <a:rPr lang="es-EC" smtClean="0"/>
              <a:t>12/6/2024</a:t>
            </a:fld>
            <a:endParaRPr lang="es-EC"/>
          </a:p>
        </p:txBody>
      </p:sp>
      <p:sp>
        <p:nvSpPr>
          <p:cNvPr id="8" name="Footer Placeholder 7"/>
          <p:cNvSpPr>
            <a:spLocks noGrp="1"/>
          </p:cNvSpPr>
          <p:nvPr>
            <p:ph type="ftr" sz="quarter" idx="11"/>
          </p:nvPr>
        </p:nvSpPr>
        <p:spPr/>
        <p:txBody>
          <a:bodyPr/>
          <a:lstStyle/>
          <a:p>
            <a:endParaRPr lang="es-EC"/>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0F18EC1-F597-4824-B4DB-22CB13116820}" type="slidenum">
              <a:rPr lang="es-EC" smtClean="0"/>
              <a:t>‹Nº›</a:t>
            </a:fld>
            <a:endParaRPr lang="es-EC"/>
          </a:p>
        </p:txBody>
      </p:sp>
    </p:spTree>
    <p:extLst>
      <p:ext uri="{BB962C8B-B14F-4D97-AF65-F5344CB8AC3E}">
        <p14:creationId xmlns:p14="http://schemas.microsoft.com/office/powerpoint/2010/main" val="35601330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63663FD2-9413-4429-BAA8-2A2E8C5FE343}" type="datetimeFigureOut">
              <a:rPr lang="es-EC" smtClean="0"/>
              <a:t>12/6/2024</a:t>
            </a:fld>
            <a:endParaRPr lang="es-EC"/>
          </a:p>
        </p:txBody>
      </p:sp>
      <p:sp>
        <p:nvSpPr>
          <p:cNvPr id="4" name="Footer Placeholder 3"/>
          <p:cNvSpPr>
            <a:spLocks noGrp="1"/>
          </p:cNvSpPr>
          <p:nvPr>
            <p:ph type="ftr" sz="quarter" idx="11"/>
          </p:nvPr>
        </p:nvSpPr>
        <p:spPr/>
        <p:txBody>
          <a:bodyPr/>
          <a:lstStyle/>
          <a:p>
            <a:endParaRPr lang="es-EC"/>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0F18EC1-F597-4824-B4DB-22CB13116820}" type="slidenum">
              <a:rPr lang="es-EC" smtClean="0"/>
              <a:t>‹Nº›</a:t>
            </a:fld>
            <a:endParaRPr lang="es-EC"/>
          </a:p>
        </p:txBody>
      </p:sp>
    </p:spTree>
    <p:extLst>
      <p:ext uri="{BB962C8B-B14F-4D97-AF65-F5344CB8AC3E}">
        <p14:creationId xmlns:p14="http://schemas.microsoft.com/office/powerpoint/2010/main" val="13914384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663FD2-9413-4429-BAA8-2A2E8C5FE343}" type="datetimeFigureOut">
              <a:rPr lang="es-EC" smtClean="0"/>
              <a:t>12/6/2024</a:t>
            </a:fld>
            <a:endParaRPr lang="es-EC"/>
          </a:p>
        </p:txBody>
      </p:sp>
      <p:sp>
        <p:nvSpPr>
          <p:cNvPr id="3" name="Footer Placeholder 2"/>
          <p:cNvSpPr>
            <a:spLocks noGrp="1"/>
          </p:cNvSpPr>
          <p:nvPr>
            <p:ph type="ftr" sz="quarter" idx="11"/>
          </p:nvPr>
        </p:nvSpPr>
        <p:spPr/>
        <p:txBody>
          <a:bodyPr/>
          <a:lstStyle/>
          <a:p>
            <a:endParaRPr lang="es-EC"/>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0F18EC1-F597-4824-B4DB-22CB13116820}" type="slidenum">
              <a:rPr lang="es-EC" smtClean="0"/>
              <a:t>‹Nº›</a:t>
            </a:fld>
            <a:endParaRPr lang="es-EC"/>
          </a:p>
        </p:txBody>
      </p:sp>
    </p:spTree>
    <p:extLst>
      <p:ext uri="{BB962C8B-B14F-4D97-AF65-F5344CB8AC3E}">
        <p14:creationId xmlns:p14="http://schemas.microsoft.com/office/powerpoint/2010/main" val="12662094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3663FD2-9413-4429-BAA8-2A2E8C5FE343}" type="datetimeFigureOut">
              <a:rPr lang="es-EC" smtClean="0"/>
              <a:t>12/6/2024</a:t>
            </a:fld>
            <a:endParaRPr lang="es-EC"/>
          </a:p>
        </p:txBody>
      </p:sp>
      <p:sp>
        <p:nvSpPr>
          <p:cNvPr id="6" name="Footer Placeholder 5"/>
          <p:cNvSpPr>
            <a:spLocks noGrp="1"/>
          </p:cNvSpPr>
          <p:nvPr>
            <p:ph type="ftr" sz="quarter" idx="11"/>
          </p:nvPr>
        </p:nvSpPr>
        <p:spPr/>
        <p:txBody>
          <a:bodyPr/>
          <a:lstStyle/>
          <a:p>
            <a:endParaRPr lang="es-EC"/>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0F18EC1-F597-4824-B4DB-22CB13116820}" type="slidenum">
              <a:rPr lang="es-EC" smtClean="0"/>
              <a:t>‹Nº›</a:t>
            </a:fld>
            <a:endParaRPr lang="es-EC"/>
          </a:p>
        </p:txBody>
      </p:sp>
    </p:spTree>
    <p:extLst>
      <p:ext uri="{BB962C8B-B14F-4D97-AF65-F5344CB8AC3E}">
        <p14:creationId xmlns:p14="http://schemas.microsoft.com/office/powerpoint/2010/main" val="601308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3663FD2-9413-4429-BAA8-2A2E8C5FE343}" type="datetimeFigureOut">
              <a:rPr lang="es-EC" smtClean="0"/>
              <a:t>12/6/2024</a:t>
            </a:fld>
            <a:endParaRPr lang="es-EC"/>
          </a:p>
        </p:txBody>
      </p:sp>
      <p:sp>
        <p:nvSpPr>
          <p:cNvPr id="6" name="Footer Placeholder 5"/>
          <p:cNvSpPr>
            <a:spLocks noGrp="1"/>
          </p:cNvSpPr>
          <p:nvPr>
            <p:ph type="ftr" sz="quarter" idx="11"/>
          </p:nvPr>
        </p:nvSpPr>
        <p:spPr/>
        <p:txBody>
          <a:bodyPr/>
          <a:lstStyle/>
          <a:p>
            <a:endParaRPr lang="es-EC"/>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0F18EC1-F597-4824-B4DB-22CB13116820}" type="slidenum">
              <a:rPr lang="es-EC" smtClean="0"/>
              <a:t>‹Nº›</a:t>
            </a:fld>
            <a:endParaRPr lang="es-EC"/>
          </a:p>
        </p:txBody>
      </p:sp>
    </p:spTree>
    <p:extLst>
      <p:ext uri="{BB962C8B-B14F-4D97-AF65-F5344CB8AC3E}">
        <p14:creationId xmlns:p14="http://schemas.microsoft.com/office/powerpoint/2010/main" val="14942502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63663FD2-9413-4429-BAA8-2A2E8C5FE343}" type="datetimeFigureOut">
              <a:rPr lang="es-EC" smtClean="0"/>
              <a:t>12/6/2024</a:t>
            </a:fld>
            <a:endParaRPr lang="es-EC"/>
          </a:p>
        </p:txBody>
      </p:sp>
      <p:sp>
        <p:nvSpPr>
          <p:cNvPr id="5" name="Footer Placeholder 4"/>
          <p:cNvSpPr>
            <a:spLocks noGrp="1"/>
          </p:cNvSpPr>
          <p:nvPr>
            <p:ph type="ftr" sz="quarter" idx="11"/>
          </p:nvPr>
        </p:nvSpPr>
        <p:spPr/>
        <p:txBody>
          <a:bodyPr/>
          <a:lstStyle/>
          <a:p>
            <a:endParaRPr lang="es-EC"/>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0F18EC1-F597-4824-B4DB-22CB13116820}" type="slidenum">
              <a:rPr lang="es-EC" smtClean="0"/>
              <a:t>‹Nº›</a:t>
            </a:fld>
            <a:endParaRPr lang="es-EC"/>
          </a:p>
        </p:txBody>
      </p:sp>
    </p:spTree>
    <p:extLst>
      <p:ext uri="{BB962C8B-B14F-4D97-AF65-F5344CB8AC3E}">
        <p14:creationId xmlns:p14="http://schemas.microsoft.com/office/powerpoint/2010/main" val="1025577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63663FD2-9413-4429-BAA8-2A2E8C5FE343}" type="datetimeFigureOut">
              <a:rPr lang="es-EC" smtClean="0"/>
              <a:t>12/6/2024</a:t>
            </a:fld>
            <a:endParaRPr lang="es-EC"/>
          </a:p>
        </p:txBody>
      </p:sp>
      <p:sp>
        <p:nvSpPr>
          <p:cNvPr id="5" name="Footer Placeholder 4"/>
          <p:cNvSpPr>
            <a:spLocks noGrp="1"/>
          </p:cNvSpPr>
          <p:nvPr>
            <p:ph type="ftr" sz="quarter" idx="11"/>
          </p:nvPr>
        </p:nvSpPr>
        <p:spPr/>
        <p:txBody>
          <a:bodyPr/>
          <a:lstStyle/>
          <a:p>
            <a:endParaRPr lang="es-EC"/>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0F18EC1-F597-4824-B4DB-22CB13116820}" type="slidenum">
              <a:rPr lang="es-EC" smtClean="0"/>
              <a:t>‹Nº›</a:t>
            </a:fld>
            <a:endParaRPr lang="es-EC"/>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7260366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63663FD2-9413-4429-BAA8-2A2E8C5FE343}" type="datetimeFigureOut">
              <a:rPr lang="es-EC" smtClean="0"/>
              <a:t>12/6/2024</a:t>
            </a:fld>
            <a:endParaRPr lang="es-EC"/>
          </a:p>
        </p:txBody>
      </p:sp>
      <p:sp>
        <p:nvSpPr>
          <p:cNvPr id="6" name="Footer Placeholder 5"/>
          <p:cNvSpPr>
            <a:spLocks noGrp="1"/>
          </p:cNvSpPr>
          <p:nvPr>
            <p:ph type="ftr" sz="quarter" idx="11"/>
          </p:nvPr>
        </p:nvSpPr>
        <p:spPr/>
        <p:txBody>
          <a:bodyPr/>
          <a:lstStyle/>
          <a:p>
            <a:endParaRPr lang="es-EC"/>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0F18EC1-F597-4824-B4DB-22CB13116820}" type="slidenum">
              <a:rPr lang="es-EC" smtClean="0"/>
              <a:t>‹Nº›</a:t>
            </a:fld>
            <a:endParaRPr lang="es-EC"/>
          </a:p>
        </p:txBody>
      </p:sp>
    </p:spTree>
    <p:extLst>
      <p:ext uri="{BB962C8B-B14F-4D97-AF65-F5344CB8AC3E}">
        <p14:creationId xmlns:p14="http://schemas.microsoft.com/office/powerpoint/2010/main" val="33959621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63663FD2-9413-4429-BAA8-2A2E8C5FE343}" type="datetimeFigureOut">
              <a:rPr lang="es-EC" smtClean="0"/>
              <a:t>12/6/2024</a:t>
            </a:fld>
            <a:endParaRPr lang="es-EC"/>
          </a:p>
        </p:txBody>
      </p:sp>
      <p:sp>
        <p:nvSpPr>
          <p:cNvPr id="6" name="Footer Placeholder 5"/>
          <p:cNvSpPr>
            <a:spLocks noGrp="1"/>
          </p:cNvSpPr>
          <p:nvPr>
            <p:ph type="ftr" sz="quarter" idx="11"/>
          </p:nvPr>
        </p:nvSpPr>
        <p:spPr/>
        <p:txBody>
          <a:bodyPr/>
          <a:lstStyle/>
          <a:p>
            <a:endParaRPr lang="es-EC"/>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0F18EC1-F597-4824-B4DB-22CB13116820}" type="slidenum">
              <a:rPr lang="es-EC" smtClean="0"/>
              <a:t>‹Nº›</a:t>
            </a:fld>
            <a:endParaRPr lang="es-EC"/>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5603499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63663FD2-9413-4429-BAA8-2A2E8C5FE343}" type="datetimeFigureOut">
              <a:rPr lang="es-EC" smtClean="0"/>
              <a:t>12/6/2024</a:t>
            </a:fld>
            <a:endParaRPr lang="es-EC"/>
          </a:p>
        </p:txBody>
      </p:sp>
      <p:sp>
        <p:nvSpPr>
          <p:cNvPr id="6" name="Footer Placeholder 5"/>
          <p:cNvSpPr>
            <a:spLocks noGrp="1"/>
          </p:cNvSpPr>
          <p:nvPr>
            <p:ph type="ftr" sz="quarter" idx="11"/>
          </p:nvPr>
        </p:nvSpPr>
        <p:spPr/>
        <p:txBody>
          <a:bodyPr/>
          <a:lstStyle/>
          <a:p>
            <a:endParaRPr lang="es-EC"/>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0F18EC1-F597-4824-B4DB-22CB13116820}" type="slidenum">
              <a:rPr lang="es-EC" smtClean="0"/>
              <a:t>‹Nº›</a:t>
            </a:fld>
            <a:endParaRPr lang="es-EC"/>
          </a:p>
        </p:txBody>
      </p:sp>
    </p:spTree>
    <p:extLst>
      <p:ext uri="{BB962C8B-B14F-4D97-AF65-F5344CB8AC3E}">
        <p14:creationId xmlns:p14="http://schemas.microsoft.com/office/powerpoint/2010/main" val="15466702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3663FD2-9413-4429-BAA8-2A2E8C5FE343}" type="datetimeFigureOut">
              <a:rPr lang="es-EC" smtClean="0"/>
              <a:t>12/6/2024</a:t>
            </a:fld>
            <a:endParaRPr lang="es-EC"/>
          </a:p>
        </p:txBody>
      </p:sp>
      <p:sp>
        <p:nvSpPr>
          <p:cNvPr id="5" name="Footer Placeholder 4"/>
          <p:cNvSpPr>
            <a:spLocks noGrp="1"/>
          </p:cNvSpPr>
          <p:nvPr>
            <p:ph type="ftr" sz="quarter" idx="11"/>
          </p:nvPr>
        </p:nvSpPr>
        <p:spPr/>
        <p:txBody>
          <a:bodyPr/>
          <a:lstStyle/>
          <a:p>
            <a:endParaRPr lang="es-EC"/>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0F18EC1-F597-4824-B4DB-22CB13116820}" type="slidenum">
              <a:rPr lang="es-EC" smtClean="0"/>
              <a:t>‹Nº›</a:t>
            </a:fld>
            <a:endParaRPr lang="es-EC"/>
          </a:p>
        </p:txBody>
      </p:sp>
    </p:spTree>
    <p:extLst>
      <p:ext uri="{BB962C8B-B14F-4D97-AF65-F5344CB8AC3E}">
        <p14:creationId xmlns:p14="http://schemas.microsoft.com/office/powerpoint/2010/main" val="25742704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3663FD2-9413-4429-BAA8-2A2E8C5FE343}" type="datetimeFigureOut">
              <a:rPr lang="es-EC" smtClean="0"/>
              <a:t>12/6/2024</a:t>
            </a:fld>
            <a:endParaRPr lang="es-EC"/>
          </a:p>
        </p:txBody>
      </p:sp>
      <p:sp>
        <p:nvSpPr>
          <p:cNvPr id="5" name="Footer Placeholder 4"/>
          <p:cNvSpPr>
            <a:spLocks noGrp="1"/>
          </p:cNvSpPr>
          <p:nvPr>
            <p:ph type="ftr" sz="quarter" idx="11"/>
          </p:nvPr>
        </p:nvSpPr>
        <p:spPr/>
        <p:txBody>
          <a:bodyPr/>
          <a:lstStyle/>
          <a:p>
            <a:endParaRPr lang="es-EC"/>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0F18EC1-F597-4824-B4DB-22CB13116820}" type="slidenum">
              <a:rPr lang="es-EC" smtClean="0"/>
              <a:t>‹Nº›</a:t>
            </a:fld>
            <a:endParaRPr lang="es-EC"/>
          </a:p>
        </p:txBody>
      </p:sp>
    </p:spTree>
    <p:extLst>
      <p:ext uri="{BB962C8B-B14F-4D97-AF65-F5344CB8AC3E}">
        <p14:creationId xmlns:p14="http://schemas.microsoft.com/office/powerpoint/2010/main" val="3948555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a:solidFill>
            <a:schemeClr val="accent1">
              <a:lumMod val="75000"/>
              <a:alpha val="40000"/>
            </a:schemeClr>
          </a:solidFill>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sp>
      </p:grpSp>
      <p:grpSp>
        <p:nvGrpSpPr>
          <p:cNvPr id="10" name="Group 9"/>
          <p:cNvGrpSpPr/>
          <p:nvPr/>
        </p:nvGrpSpPr>
        <p:grpSpPr>
          <a:xfrm>
            <a:off x="27221" y="-30"/>
            <a:ext cx="2356674" cy="6853283"/>
            <a:chOff x="6627813" y="195452"/>
            <a:chExt cx="1952625" cy="5678299"/>
          </a:xfrm>
          <a:solidFill>
            <a:schemeClr val="accent1"/>
          </a:solidFill>
        </p:grpSpPr>
        <p:sp>
          <p:nvSpPr>
            <p:cNvPr id="11" name="Freeform 27"/>
            <p:cNvSpPr/>
            <p:nvPr/>
          </p:nvSpPr>
          <p:spPr bwMode="auto">
            <a:xfrm>
              <a:off x="6627813" y="195452"/>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grp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grp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grp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grp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grp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grp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grp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grp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grp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grp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grp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grpFill/>
            <a:ln>
              <a:noFill/>
            </a:ln>
          </p:spPr>
        </p:sp>
      </p:grpSp>
      <p:sp>
        <p:nvSpPr>
          <p:cNvPr id="7" name="Rectangle 6"/>
          <p:cNvSpPr/>
          <p:nvPr/>
        </p:nvSpPr>
        <p:spPr>
          <a:xfrm>
            <a:off x="0" y="0"/>
            <a:ext cx="18288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63663FD2-9413-4429-BAA8-2A2E8C5FE343}" type="datetimeFigureOut">
              <a:rPr lang="es-EC" smtClean="0"/>
              <a:t>12/6/2024</a:t>
            </a:fld>
            <a:endParaRPr lang="es-EC"/>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EC"/>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0F18EC1-F597-4824-B4DB-22CB13116820}" type="slidenum">
              <a:rPr lang="es-EC" smtClean="0"/>
              <a:t>‹Nº›</a:t>
            </a:fld>
            <a:endParaRPr lang="es-EC"/>
          </a:p>
        </p:txBody>
      </p:sp>
    </p:spTree>
    <p:extLst>
      <p:ext uri="{BB962C8B-B14F-4D97-AF65-F5344CB8AC3E}">
        <p14:creationId xmlns:p14="http://schemas.microsoft.com/office/powerpoint/2010/main" val="961887661"/>
      </p:ext>
    </p:extLst>
  </p:cSld>
  <p:clrMap bg1="dk1" tx1="lt1" bg2="dk2" tx2="lt2" accent1="accent1" accent2="accent2" accent3="accent3" accent4="accent4" accent5="accent5" accent6="accent6" hlink="hlink" folHlink="folHlink"/>
  <p:sldLayoutIdLst>
    <p:sldLayoutId id="2147483797" r:id="rId1"/>
    <p:sldLayoutId id="2147483798" r:id="rId2"/>
    <p:sldLayoutId id="2147483799" r:id="rId3"/>
    <p:sldLayoutId id="2147483800" r:id="rId4"/>
    <p:sldLayoutId id="2147483801" r:id="rId5"/>
    <p:sldLayoutId id="2147483802" r:id="rId6"/>
    <p:sldLayoutId id="2147483803" r:id="rId7"/>
    <p:sldLayoutId id="2147483804" r:id="rId8"/>
    <p:sldLayoutId id="2147483805" r:id="rId9"/>
    <p:sldLayoutId id="2147483806" r:id="rId10"/>
    <p:sldLayoutId id="2147483807" r:id="rId11"/>
    <p:sldLayoutId id="2147483808" r:id="rId12"/>
    <p:sldLayoutId id="2147483809" r:id="rId13"/>
    <p:sldLayoutId id="2147483810" r:id="rId14"/>
    <p:sldLayoutId id="2147483811" r:id="rId15"/>
    <p:sldLayoutId id="2147483812"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148A4A-80F0-47CA-A3DC-24E7CECECAE6}"/>
              </a:ext>
            </a:extLst>
          </p:cNvPr>
          <p:cNvSpPr>
            <a:spLocks noGrp="1"/>
          </p:cNvSpPr>
          <p:nvPr>
            <p:ph type="ctrTitle"/>
          </p:nvPr>
        </p:nvSpPr>
        <p:spPr/>
        <p:txBody>
          <a:bodyPr/>
          <a:lstStyle/>
          <a:p>
            <a:r>
              <a:rPr lang="es-EC" dirty="0"/>
              <a:t>Sufragio femenino</a:t>
            </a:r>
          </a:p>
        </p:txBody>
      </p:sp>
      <p:sp>
        <p:nvSpPr>
          <p:cNvPr id="3" name="Subtítulo 2">
            <a:extLst>
              <a:ext uri="{FF2B5EF4-FFF2-40B4-BE49-F238E27FC236}">
                <a16:creationId xmlns:a16="http://schemas.microsoft.com/office/drawing/2014/main" id="{64807EDC-AD76-4BD6-B6AE-83324CDB84BE}"/>
              </a:ext>
            </a:extLst>
          </p:cNvPr>
          <p:cNvSpPr>
            <a:spLocks noGrp="1"/>
          </p:cNvSpPr>
          <p:nvPr>
            <p:ph type="subTitle" idx="1"/>
          </p:nvPr>
        </p:nvSpPr>
        <p:spPr/>
        <p:txBody>
          <a:bodyPr>
            <a:normAutofit lnSpcReduction="10000"/>
          </a:bodyPr>
          <a:lstStyle/>
          <a:p>
            <a:r>
              <a:rPr lang="es-MX"/>
              <a:t>El movimiento sufragista luchó durante décadas para conseguir el derecho al voto para las mujeres. El hito más destacado fue la ratificación de la 19ª Enmienda en los Estados Unidos en 1920, que permitió a las mujeres votar legalmente.</a:t>
            </a:r>
            <a:endParaRPr lang="es-EC"/>
          </a:p>
        </p:txBody>
      </p:sp>
      <p:pic>
        <p:nvPicPr>
          <p:cNvPr id="2050" name="Picture 2" descr="Fechas clave en la historia para conseguir el voto femenino">
            <a:extLst>
              <a:ext uri="{FF2B5EF4-FFF2-40B4-BE49-F238E27FC236}">
                <a16:creationId xmlns:a16="http://schemas.microsoft.com/office/drawing/2014/main" id="{371BC3E4-3932-4492-A7B5-4D6819FB1A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4568" y="362953"/>
            <a:ext cx="2582863" cy="34353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0455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C10139-CCAA-4A4E-A42E-56AEBFE0FC63}"/>
              </a:ext>
            </a:extLst>
          </p:cNvPr>
          <p:cNvSpPr>
            <a:spLocks noGrp="1"/>
          </p:cNvSpPr>
          <p:nvPr>
            <p:ph type="ctrTitle"/>
          </p:nvPr>
        </p:nvSpPr>
        <p:spPr>
          <a:xfrm>
            <a:off x="2589213" y="600075"/>
            <a:ext cx="5697537" cy="2714625"/>
          </a:xfrm>
        </p:spPr>
        <p:txBody>
          <a:bodyPr>
            <a:normAutofit/>
          </a:bodyPr>
          <a:lstStyle/>
          <a:p>
            <a:r>
              <a:rPr lang="es-MX" dirty="0"/>
              <a:t>Igualdad de género en el trabajo</a:t>
            </a:r>
            <a:endParaRPr lang="es-EC" dirty="0"/>
          </a:p>
        </p:txBody>
      </p:sp>
      <p:sp>
        <p:nvSpPr>
          <p:cNvPr id="3" name="Subtítulo 2">
            <a:extLst>
              <a:ext uri="{FF2B5EF4-FFF2-40B4-BE49-F238E27FC236}">
                <a16:creationId xmlns:a16="http://schemas.microsoft.com/office/drawing/2014/main" id="{4D3195B0-EC55-4165-A12C-ED69E5BAE899}"/>
              </a:ext>
            </a:extLst>
          </p:cNvPr>
          <p:cNvSpPr>
            <a:spLocks noGrp="1"/>
          </p:cNvSpPr>
          <p:nvPr>
            <p:ph type="subTitle" idx="1"/>
          </p:nvPr>
        </p:nvSpPr>
        <p:spPr>
          <a:xfrm>
            <a:off x="2589213" y="3957639"/>
            <a:ext cx="8915399" cy="1946024"/>
          </a:xfrm>
        </p:spPr>
        <p:txBody>
          <a:bodyPr>
            <a:normAutofit/>
          </a:bodyPr>
          <a:lstStyle/>
          <a:p>
            <a:r>
              <a:rPr lang="es-MX" dirty="0"/>
              <a:t>El feminismo ha sido crucial en la lucha por la igualdad salarial y la igualdad de oportunidades en el lugar de trabajo. La Ley de Igualdad Salarial de 1963 en los Estados Unidos y la Ley de Igualdad de 2010 en el Reino Unido son ejemplos importantes de este logro.</a:t>
            </a:r>
            <a:endParaRPr lang="es-EC" dirty="0"/>
          </a:p>
        </p:txBody>
      </p:sp>
      <p:pic>
        <p:nvPicPr>
          <p:cNvPr id="1026" name="Picture 2" descr="5 maneras de promover la igualdad de género en el trabajo">
            <a:extLst>
              <a:ext uri="{FF2B5EF4-FFF2-40B4-BE49-F238E27FC236}">
                <a16:creationId xmlns:a16="http://schemas.microsoft.com/office/drawing/2014/main" id="{35BF669B-66E7-4700-9AB3-8CA590AE78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13600" y="954338"/>
            <a:ext cx="4446255" cy="25013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60327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270EF0-08E9-4303-8928-B4668A3DD51B}"/>
              </a:ext>
            </a:extLst>
          </p:cNvPr>
          <p:cNvSpPr>
            <a:spLocks noGrp="1"/>
          </p:cNvSpPr>
          <p:nvPr>
            <p:ph type="ctrTitle"/>
          </p:nvPr>
        </p:nvSpPr>
        <p:spPr/>
        <p:txBody>
          <a:bodyPr/>
          <a:lstStyle/>
          <a:p>
            <a:r>
              <a:rPr lang="es-EC" dirty="0"/>
              <a:t>Acceso a la educación</a:t>
            </a:r>
          </a:p>
        </p:txBody>
      </p:sp>
      <p:sp>
        <p:nvSpPr>
          <p:cNvPr id="3" name="Subtítulo 2">
            <a:extLst>
              <a:ext uri="{FF2B5EF4-FFF2-40B4-BE49-F238E27FC236}">
                <a16:creationId xmlns:a16="http://schemas.microsoft.com/office/drawing/2014/main" id="{4D3CF414-BA4C-4976-9410-E544A5429AD6}"/>
              </a:ext>
            </a:extLst>
          </p:cNvPr>
          <p:cNvSpPr>
            <a:spLocks noGrp="1"/>
          </p:cNvSpPr>
          <p:nvPr>
            <p:ph type="subTitle" idx="1"/>
          </p:nvPr>
        </p:nvSpPr>
        <p:spPr/>
        <p:txBody>
          <a:bodyPr>
            <a:normAutofit/>
          </a:bodyPr>
          <a:lstStyle/>
          <a:p>
            <a:r>
              <a:rPr lang="es-MX"/>
              <a:t>Gracias al feminismo, se ha logrado un acceso más equitativo a la educación para las mujeres. Las activistas han trabajado para eliminar las barreras que impiden a las niñas y mujeres recibir una educación de calidad.</a:t>
            </a:r>
            <a:endParaRPr lang="es-EC"/>
          </a:p>
        </p:txBody>
      </p:sp>
      <p:pic>
        <p:nvPicPr>
          <p:cNvPr id="4" name="Imagen 3">
            <a:extLst>
              <a:ext uri="{FF2B5EF4-FFF2-40B4-BE49-F238E27FC236}">
                <a16:creationId xmlns:a16="http://schemas.microsoft.com/office/drawing/2014/main" id="{A99DDC78-8D6E-408B-BDFB-3536DEB544F5}"/>
              </a:ext>
            </a:extLst>
          </p:cNvPr>
          <p:cNvPicPr>
            <a:picLocks noChangeAspect="1"/>
          </p:cNvPicPr>
          <p:nvPr/>
        </p:nvPicPr>
        <p:blipFill>
          <a:blip r:embed="rId2"/>
          <a:stretch>
            <a:fillRect/>
          </a:stretch>
        </p:blipFill>
        <p:spPr>
          <a:xfrm>
            <a:off x="2889373" y="955430"/>
            <a:ext cx="6413253" cy="2690560"/>
          </a:xfrm>
          <a:prstGeom prst="rect">
            <a:avLst/>
          </a:prstGeom>
        </p:spPr>
      </p:pic>
    </p:spTree>
    <p:extLst>
      <p:ext uri="{BB962C8B-B14F-4D97-AF65-F5344CB8AC3E}">
        <p14:creationId xmlns:p14="http://schemas.microsoft.com/office/powerpoint/2010/main" val="13433932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F2F546-BD4E-423C-88F2-9E90076B307F}"/>
              </a:ext>
            </a:extLst>
          </p:cNvPr>
          <p:cNvSpPr>
            <a:spLocks noGrp="1"/>
          </p:cNvSpPr>
          <p:nvPr>
            <p:ph type="ctrTitle"/>
          </p:nvPr>
        </p:nvSpPr>
        <p:spPr>
          <a:xfrm>
            <a:off x="2589213" y="585789"/>
            <a:ext cx="9126537" cy="1565061"/>
          </a:xfrm>
        </p:spPr>
        <p:txBody>
          <a:bodyPr>
            <a:normAutofit/>
          </a:bodyPr>
          <a:lstStyle/>
          <a:p>
            <a:r>
              <a:rPr lang="es-EC" dirty="0"/>
              <a:t>Derechos reproductivos</a:t>
            </a:r>
          </a:p>
        </p:txBody>
      </p:sp>
      <p:sp>
        <p:nvSpPr>
          <p:cNvPr id="3" name="Subtítulo 2">
            <a:extLst>
              <a:ext uri="{FF2B5EF4-FFF2-40B4-BE49-F238E27FC236}">
                <a16:creationId xmlns:a16="http://schemas.microsoft.com/office/drawing/2014/main" id="{0BEF4BFD-52AD-47C2-B2C7-F9EAC542B7BC}"/>
              </a:ext>
            </a:extLst>
          </p:cNvPr>
          <p:cNvSpPr>
            <a:spLocks noGrp="1"/>
          </p:cNvSpPr>
          <p:nvPr>
            <p:ph type="subTitle" idx="1"/>
          </p:nvPr>
        </p:nvSpPr>
        <p:spPr>
          <a:xfrm>
            <a:off x="2589213" y="2486025"/>
            <a:ext cx="8915399" cy="3417637"/>
          </a:xfrm>
        </p:spPr>
        <p:txBody>
          <a:bodyPr>
            <a:normAutofit/>
          </a:bodyPr>
          <a:lstStyle/>
          <a:p>
            <a:r>
              <a:rPr lang="es-MX" dirty="0"/>
              <a:t>El movimiento feminista ha jugado un papel fundamental en la lucha por los derechos reproductivos, incluyendo el acceso a métodos anticonceptivos y el derecho al aborto. La decisión de Roe v. Wade en 1973 en los Estados Unidos es un ejemplo clave.</a:t>
            </a:r>
            <a:endParaRPr lang="es-EC" dirty="0"/>
          </a:p>
        </p:txBody>
      </p:sp>
      <p:pic>
        <p:nvPicPr>
          <p:cNvPr id="4" name="Imagen 3">
            <a:extLst>
              <a:ext uri="{FF2B5EF4-FFF2-40B4-BE49-F238E27FC236}">
                <a16:creationId xmlns:a16="http://schemas.microsoft.com/office/drawing/2014/main" id="{E11F86CF-6086-4BEB-A0CD-71A62BBAE808}"/>
              </a:ext>
            </a:extLst>
          </p:cNvPr>
          <p:cNvPicPr>
            <a:picLocks noChangeAspect="1"/>
          </p:cNvPicPr>
          <p:nvPr/>
        </p:nvPicPr>
        <p:blipFill rotWithShape="1">
          <a:blip r:embed="rId2"/>
          <a:srcRect l="12034" r="12820"/>
          <a:stretch/>
        </p:blipFill>
        <p:spPr>
          <a:xfrm>
            <a:off x="5832474" y="3752812"/>
            <a:ext cx="2428875" cy="2150850"/>
          </a:xfrm>
          <a:prstGeom prst="rect">
            <a:avLst/>
          </a:prstGeom>
        </p:spPr>
      </p:pic>
    </p:spTree>
    <p:extLst>
      <p:ext uri="{BB962C8B-B14F-4D97-AF65-F5344CB8AC3E}">
        <p14:creationId xmlns:p14="http://schemas.microsoft.com/office/powerpoint/2010/main" val="40569579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CEB2BB-9B60-4262-8A9F-964CC9DF5D46}"/>
              </a:ext>
            </a:extLst>
          </p:cNvPr>
          <p:cNvSpPr>
            <a:spLocks noGrp="1"/>
          </p:cNvSpPr>
          <p:nvPr>
            <p:ph type="ctrTitle"/>
          </p:nvPr>
        </p:nvSpPr>
        <p:spPr>
          <a:xfrm>
            <a:off x="2589214" y="1071564"/>
            <a:ext cx="5554662" cy="2586038"/>
          </a:xfrm>
        </p:spPr>
        <p:txBody>
          <a:bodyPr>
            <a:normAutofit/>
          </a:bodyPr>
          <a:lstStyle/>
          <a:p>
            <a:r>
              <a:rPr lang="es-MX" dirty="0"/>
              <a:t>Lucha contra la violencia de género</a:t>
            </a:r>
            <a:endParaRPr lang="es-EC" dirty="0"/>
          </a:p>
        </p:txBody>
      </p:sp>
      <p:sp>
        <p:nvSpPr>
          <p:cNvPr id="3" name="Subtítulo 2">
            <a:extLst>
              <a:ext uri="{FF2B5EF4-FFF2-40B4-BE49-F238E27FC236}">
                <a16:creationId xmlns:a16="http://schemas.microsoft.com/office/drawing/2014/main" id="{F7748652-5E98-4791-A1AD-9C8C5996E9C8}"/>
              </a:ext>
            </a:extLst>
          </p:cNvPr>
          <p:cNvSpPr>
            <a:spLocks noGrp="1"/>
          </p:cNvSpPr>
          <p:nvPr>
            <p:ph type="subTitle" idx="1"/>
          </p:nvPr>
        </p:nvSpPr>
        <p:spPr/>
        <p:txBody>
          <a:bodyPr>
            <a:normAutofit/>
          </a:bodyPr>
          <a:lstStyle/>
          <a:p>
            <a:r>
              <a:rPr lang="es-MX"/>
              <a:t>El feminismo ha sido crucial en visibilizar y combatir la violencia de género. Las campañas globales y leyes específicas, como la Ley de Violencia contra la Mujer de 1994 en los Estados Unidos, han sido resultados de estos esfuerzos.</a:t>
            </a:r>
            <a:endParaRPr lang="es-EC"/>
          </a:p>
        </p:txBody>
      </p:sp>
      <p:pic>
        <p:nvPicPr>
          <p:cNvPr id="4" name="Imagen 3">
            <a:extLst>
              <a:ext uri="{FF2B5EF4-FFF2-40B4-BE49-F238E27FC236}">
                <a16:creationId xmlns:a16="http://schemas.microsoft.com/office/drawing/2014/main" id="{D227EC59-D146-4F84-8528-2674B322DF8E}"/>
              </a:ext>
            </a:extLst>
          </p:cNvPr>
          <p:cNvPicPr>
            <a:picLocks noChangeAspect="1"/>
          </p:cNvPicPr>
          <p:nvPr/>
        </p:nvPicPr>
        <p:blipFill>
          <a:blip r:embed="rId2"/>
          <a:stretch>
            <a:fillRect/>
          </a:stretch>
        </p:blipFill>
        <p:spPr>
          <a:xfrm>
            <a:off x="7034210" y="2080621"/>
            <a:ext cx="4329362" cy="2586038"/>
          </a:xfrm>
          <a:prstGeom prst="rect">
            <a:avLst/>
          </a:prstGeom>
          <a:ln>
            <a:noFill/>
          </a:ln>
          <a:effectLst>
            <a:softEdge rad="112500"/>
          </a:effectLst>
        </p:spPr>
      </p:pic>
    </p:spTree>
    <p:extLst>
      <p:ext uri="{BB962C8B-B14F-4D97-AF65-F5344CB8AC3E}">
        <p14:creationId xmlns:p14="http://schemas.microsoft.com/office/powerpoint/2010/main" val="791174454"/>
      </p:ext>
    </p:extLst>
  </p:cSld>
  <p:clrMapOvr>
    <a:masterClrMapping/>
  </p:clrMapOvr>
</p:sld>
</file>

<file path=ppt/theme/theme1.xml><?xml version="1.0" encoding="utf-8"?>
<a:theme xmlns:a="http://schemas.openxmlformats.org/drawingml/2006/main" name="Espiral">
  <a:themeElements>
    <a:clrScheme name="Espiral">
      <a:dk1>
        <a:sysClr val="windowText" lastClr="000000"/>
      </a:dk1>
      <a:lt1>
        <a:sysClr val="window" lastClr="FFFFFF"/>
      </a:lt1>
      <a:dk2>
        <a:srgbClr val="2C333A"/>
      </a:dk2>
      <a:lt2>
        <a:srgbClr val="D6ECED"/>
      </a:lt2>
      <a:accent1>
        <a:srgbClr val="DE32DE"/>
      </a:accent1>
      <a:accent2>
        <a:srgbClr val="F42B8A"/>
      </a:accent2>
      <a:accent3>
        <a:srgbClr val="349FE7"/>
      </a:accent3>
      <a:accent4>
        <a:srgbClr val="565FF8"/>
      </a:accent4>
      <a:accent5>
        <a:srgbClr val="876BE7"/>
      </a:accent5>
      <a:accent6>
        <a:srgbClr val="F268C2"/>
      </a:accent6>
      <a:hlink>
        <a:srgbClr val="F55CF9"/>
      </a:hlink>
      <a:folHlink>
        <a:srgbClr val="E8A0EE"/>
      </a:folHlink>
    </a:clrScheme>
    <a:fontScheme name="Espiral">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Espiral">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F20B7C8E-B819-43F3-AAF9-EE50B1A83630}"/>
    </a:ext>
  </a:extLst>
</a:theme>
</file>

<file path=docProps/app.xml><?xml version="1.0" encoding="utf-8"?>
<Properties xmlns="http://schemas.openxmlformats.org/officeDocument/2006/extended-properties" xmlns:vt="http://schemas.openxmlformats.org/officeDocument/2006/docPropsVTypes">
  <Template>Wisp</Template>
  <TotalTime>8</TotalTime>
  <Words>242</Words>
  <Application>Microsoft Office PowerPoint</Application>
  <PresentationFormat>Panorámica</PresentationFormat>
  <Paragraphs>10</Paragraphs>
  <Slides>5</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5</vt:i4>
      </vt:variant>
    </vt:vector>
  </HeadingPairs>
  <TitlesOfParts>
    <vt:vector size="9" baseType="lpstr">
      <vt:lpstr>Arial</vt:lpstr>
      <vt:lpstr>Century Gothic</vt:lpstr>
      <vt:lpstr>Wingdings 3</vt:lpstr>
      <vt:lpstr>Espiral</vt:lpstr>
      <vt:lpstr>Sufragio femenino</vt:lpstr>
      <vt:lpstr>Igualdad de género en el trabajo</vt:lpstr>
      <vt:lpstr>Acceso a la educación</vt:lpstr>
      <vt:lpstr>Derechos reproductivos</vt:lpstr>
      <vt:lpstr>Lucha contra la violencia de género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Sufragio femenino</dc:title>
  <dc:creator>HP</dc:creator>
  <cp:lastModifiedBy>HP</cp:lastModifiedBy>
  <cp:revision>2</cp:revision>
  <dcterms:created xsi:type="dcterms:W3CDTF">2024-06-12T23:16:03Z</dcterms:created>
  <dcterms:modified xsi:type="dcterms:W3CDTF">2024-06-12T23:24:36Z</dcterms:modified>
</cp:coreProperties>
</file>